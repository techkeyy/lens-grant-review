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Two reports can claim the same four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A small charity must check funder reports before they leave. Synthetic demonstration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24612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283464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Reading Futures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7432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Timesheet 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claimed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24612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73152" cy="283464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05740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Community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2697480"/>
            <a:ext cx="27432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The same 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claimed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828800"/>
            <a:ext cx="30632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73152" cy="2834640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14232" y="205740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Original timesheet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697480"/>
            <a:ext cx="25603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 records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0235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122331"/>
                </a:solidFill>
                <a:latin typeface="Aptos"/>
              </a:defRPr>
            </a:pPr>
            <a:r>
              <a:t>8 hours claimed from one 4-hour record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Lens shows the records behind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A review workspace for the person preparing two funder reports.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1  Bring records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Two draft report CSVs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Timesheets, receipts and activity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2  Check the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See both report rows, the source row and the calculation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3  Decide and rerun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Correct an allocation or write an explanation; review the result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5687568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596B72"/>
                </a:solidFill>
                <a:latin typeface="Aptos"/>
              </a:defRPr>
            </a:pPr>
            <a:r>
              <a:t>Lens raises a question for a reviewer. It does not certify compliance or submit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The result puts the question before the raw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Actual Lens results screen, synthetic data. A reviewer can inspect evidence and 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03</a:t>
            </a:r>
          </a:p>
        </p:txBody>
      </p:sp>
      <p:pic>
        <p:nvPicPr>
          <p:cNvPr id="6" name="Picture 5" descr="results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6510528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700784"/>
            <a:ext cx="4005072" cy="4069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700784"/>
            <a:ext cx="73152" cy="40690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9831" y="1929384"/>
            <a:ext cx="35021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Review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9831" y="2569464"/>
            <a:ext cx="3502152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Sign in and open a case.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Check both reports.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Read the 8-versus-4 question.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Correct, rerun and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The answer includes its source and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Lens groups allocations by stable source ID across both reports.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773936"/>
            <a:ext cx="73152" cy="32461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Report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staff hours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Reading Futures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73936"/>
            <a:ext cx="73152" cy="32461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Report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staff hours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Community 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5008" y="1773936"/>
            <a:ext cx="73152" cy="3246120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on the original timesheet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349240"/>
            <a:ext cx="7909560" cy="694944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5468112"/>
            <a:ext cx="7543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122331"/>
                </a:solidFill>
                <a:latin typeface="Aptos"/>
              </a:defRPr>
            </a:pPr>
            <a:r>
              <a:t>4 + 4 = 8 hours claimed  &gt;  4 hours recorded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Evidence and model decisions have separate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Browser UI + Python HTTP server + Supabase saved reviews; no model may rewrite a finding.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Zetaris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Read five registered grant tables; retain source keys, hashes and query IDs.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50791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50791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4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Lens + Nightshift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Lens checks arithmetic. A configured Nightshift model prioritizes one bounded follow-up; live proof pending.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7224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7224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63256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World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63256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Meterless reference runtime links source, finding and reviewer events. Supabase saves public reviews.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2412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122331"/>
                </a:solidFill>
                <a:latin typeface="Aptos"/>
              </a:defRPr>
            </a:pPr>
            <a:r>
              <a:t>Human correction changes the saved review; the original source remains available.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Sponsor contribution: proof and remaining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The product combines identified source queries with an event history and a bounded model route.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64792"/>
            <a:ext cx="3584448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73152" cy="41605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1"/>
            <a:ext cx="308152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Zetaris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33472"/>
            <a:ext cx="308152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Five registered synthetic grant tables were queried live. Source keys, row counts, snapshot hashes and request IDs stay with the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64792"/>
            <a:ext cx="3584448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764792"/>
            <a:ext cx="73152" cy="41605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93391"/>
            <a:ext cx="308152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Meterless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33472"/>
            <a:ext cx="308152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World Model reference runtime stores linked sources, findings and reviewer actions. A fresh process can rebuild the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64792"/>
            <a:ext cx="3584448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764792"/>
            <a:ext cx="73152" cy="4160520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993391"/>
            <a:ext cx="308152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Nightshift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633472"/>
            <a:ext cx="308152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The provider adapter asks a model to prioritize an open question. A real hotspot request and response remain unverified.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Give the reviewer a chance to fix the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Built for a focused review of two grants and one reporting period.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28800"/>
            <a:ext cx="5340096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1828800"/>
            <a:ext cx="73152" cy="3547872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57400"/>
            <a:ext cx="48371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Current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97480"/>
            <a:ext cx="4837176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Five structured CSV inputs or owner-controlled Zetaris tables; cross-grant allocation checks; activity gaps; Google sign-in; saved reviews; JSON export.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5340096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828800"/>
            <a:ext cx="73152" cy="3547872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8371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4837176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Funder templates and document imports; accounting connectors; grant-specific reporting terms; collaboration and broader real-record access controls.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641848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22331"/>
                </a:solidFill>
                <a:latin typeface="Aptos"/>
              </a:defRPr>
            </a:pPr>
            <a:r>
              <a:t>Before a report goes out, see which claims the records support and which need attention.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