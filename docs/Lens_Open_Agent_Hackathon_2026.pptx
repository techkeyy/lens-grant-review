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Two reports can claim the same four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A small charity must check funder reports before they leave. Synthetic demonstration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24612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283464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5740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Reading Futures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697480"/>
            <a:ext cx="274320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Timesheet TS-101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hours claimed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24612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73152" cy="283464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205740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Community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2697480"/>
            <a:ext cx="274320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The same TS-101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hours claimed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1828800"/>
            <a:ext cx="30632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58200" y="1828800"/>
            <a:ext cx="73152" cy="2834640"/>
          </a:xfrm>
          <a:prstGeom prst="rect">
            <a:avLst/>
          </a:prstGeom>
          <a:solidFill>
            <a:srgbClr val="B4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14232" y="205740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Original timesheet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2697480"/>
            <a:ext cx="25603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TS-101 records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hours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02352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2400" b="1">
                <a:solidFill>
                  <a:srgbClr val="122331"/>
                </a:solidFill>
                <a:latin typeface="Aptos"/>
              </a:defRPr>
            </a:pPr>
            <a:r>
              <a:t>8 hours claimed from one 4-hour record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Lens shows the records behind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A review workspace for the person preparing two funder reports.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520440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338328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5740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1  Bring records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697480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Two draft report CSVs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Timesheets, receipts and activity 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28800"/>
            <a:ext cx="3520440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828800"/>
            <a:ext cx="73152" cy="338328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5740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2  Check the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97480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See both report rows, the source row and the calculation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828800"/>
            <a:ext cx="3520440" cy="3383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828800"/>
            <a:ext cx="73152" cy="338328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05740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3  Decide and rerun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2697480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Correct an allocation or write an explanation; review the result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5687568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596B72"/>
                </a:solidFill>
                <a:latin typeface="Aptos"/>
              </a:defRPr>
            </a:pPr>
            <a:r>
              <a:t>Lens raises a question for a reviewer. It does not certify compliance or submit reports.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The reviewer has a complete local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Interface excerpt recreated with the current labels; capture a live screenshot before submission.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81360" cy="40965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01168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122331"/>
                </a:solidFill>
                <a:latin typeface="Aptos"/>
              </a:defRPr>
            </a:pPr>
            <a:r>
              <a:t>Bring your records together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2761488"/>
            <a:ext cx="4389120" cy="530352"/>
          </a:xfrm>
          <a:prstGeom prst="roundRect">
            <a:avLst>
              <a:gd name="adj" fmla="val 12000"/>
            </a:avLst>
          </a:prstGeom>
          <a:solidFill>
            <a:srgbClr val="EC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285292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F343F"/>
                </a:solidFill>
                <a:latin typeface="Aptos"/>
              </a:defRPr>
            </a:pPr>
            <a:r>
              <a:t>Load sample case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3502152"/>
            <a:ext cx="4389120" cy="530352"/>
          </a:xfrm>
          <a:prstGeom prst="roundRect">
            <a:avLst>
              <a:gd name="adj" fmla="val 12000"/>
            </a:avLst>
          </a:prstGeom>
          <a:solidFill>
            <a:srgbClr val="EC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59359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F343F"/>
                </a:solidFill>
                <a:latin typeface="Aptos"/>
              </a:defRPr>
            </a:pPr>
            <a:r>
              <a:t>Import registered Zetaris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4242816"/>
            <a:ext cx="4389120" cy="530352"/>
          </a:xfrm>
          <a:prstGeom prst="roundRect">
            <a:avLst>
              <a:gd name="adj" fmla="val 12000"/>
            </a:avLst>
          </a:prstGeom>
          <a:solidFill>
            <a:srgbClr val="EC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4334255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F343F"/>
                </a:solidFill>
                <a:latin typeface="Aptos"/>
              </a:defRPr>
            </a:pPr>
            <a:r>
              <a:t>Check both reports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4983480"/>
            <a:ext cx="4389120" cy="530352"/>
          </a:xfrm>
          <a:prstGeom prst="roundRect">
            <a:avLst>
              <a:gd name="adj" fmla="val 12000"/>
            </a:avLst>
          </a:prstGeom>
          <a:solidFill>
            <a:srgbClr val="EC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584" y="507492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F343F"/>
                </a:solidFill>
                <a:latin typeface="Aptos"/>
              </a:defRPr>
            </a:pPr>
            <a:r>
              <a:t>Questions and supporting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670048"/>
            <a:ext cx="43891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0">
                <a:solidFill>
                  <a:srgbClr val="1F343F"/>
                </a:solidFill>
                <a:latin typeface="Aptos"/>
              </a:defRPr>
            </a:pPr>
            <a:r>
              <a:t>Review a finding</a:t>
            </a:r>
          </a:p>
          <a:p>
            <a:pPr>
              <a:spcAft>
                <a:spcPts val="700"/>
              </a:spcAft>
              <a:defRPr sz="1800" b="0">
                <a:solidFill>
                  <a:srgbClr val="1F343F"/>
                </a:solidFill>
                <a:latin typeface="Aptos"/>
              </a:defRPr>
            </a:pPr>
            <a:r>
              <a:t>Save correction</a:t>
            </a:r>
          </a:p>
          <a:p>
            <a:pPr>
              <a:spcAft>
                <a:spcPts val="700"/>
              </a:spcAft>
              <a:defRPr sz="1800" b="0">
                <a:solidFill>
                  <a:srgbClr val="1F343F"/>
                </a:solidFill>
                <a:latin typeface="Aptos"/>
              </a:defRPr>
            </a:pPr>
            <a:r>
              <a:t>Rerun check</a:t>
            </a:r>
          </a:p>
          <a:p>
            <a:pPr>
              <a:spcAft>
                <a:spcPts val="700"/>
              </a:spcAft>
              <a:defRPr sz="1800" b="0">
                <a:solidFill>
                  <a:srgbClr val="1F343F"/>
                </a:solidFill>
                <a:latin typeface="Aptos"/>
              </a:defRPr>
            </a:pPr>
            <a:r>
              <a:t>Download review 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The answer includes its source and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Lens groups allocations by stable source ID across both reports.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73936"/>
            <a:ext cx="347472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773936"/>
            <a:ext cx="73152" cy="324612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0253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Report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42615"/>
            <a:ext cx="2971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TS-101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staff hours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Reading Futures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73936"/>
            <a:ext cx="347472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773936"/>
            <a:ext cx="73152" cy="324612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0253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Report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42615"/>
            <a:ext cx="2971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TS-101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staff hours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Community Learning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773936"/>
            <a:ext cx="3474720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65008" y="1773936"/>
            <a:ext cx="73152" cy="3246120"/>
          </a:xfrm>
          <a:prstGeom prst="rect">
            <a:avLst/>
          </a:prstGeom>
          <a:solidFill>
            <a:srgbClr val="B4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02536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42615"/>
            <a:ext cx="2971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TS-101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4 hours on the original timesheet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349240"/>
            <a:ext cx="7909560" cy="694944"/>
          </a:xfrm>
          <a:prstGeom prst="roundRect">
            <a:avLst>
              <a:gd name="adj" fmla="val 12000"/>
            </a:avLst>
          </a:prstGeom>
          <a:solidFill>
            <a:srgbClr val="EC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1720" y="5468112"/>
            <a:ext cx="7543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122331"/>
                </a:solidFill>
                <a:latin typeface="Aptos"/>
              </a:defRPr>
            </a:pPr>
            <a:r>
              <a:t>4 + 4 = 8 hours claimed  &gt;  4 hours recorded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Evidence retrieval and checking have distinct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Python HTTP app and SQLite review; browser UI in HTML, CSS and JavaScript.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3246120" cy="3108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65960"/>
            <a:ext cx="73152" cy="310896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9456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Zetaris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834639"/>
            <a:ext cx="27432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Query five registered grant tables; retain source IDs, hashes and request IDs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50791" y="1965960"/>
            <a:ext cx="3246120" cy="3108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50791" y="1965960"/>
            <a:ext cx="73152" cy="310896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6824" y="219456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Lens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4" y="2834639"/>
            <a:ext cx="27432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Validate the snapshot; link claims to sources; calculate cross-grant totals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07224" y="1965960"/>
            <a:ext cx="3246120" cy="3108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07224" y="1965960"/>
            <a:ext cx="73152" cy="310896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63256" y="219456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Meterless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63256" y="2834639"/>
            <a:ext cx="27432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Record source, finding and reviewer events in the local reference runtime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86400"/>
            <a:ext cx="102412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1900" b="1">
                <a:solidFill>
                  <a:srgbClr val="122331"/>
                </a:solidFill>
                <a:latin typeface="Aptos"/>
              </a:defRPr>
            </a:pPr>
            <a:r>
              <a:t>A reviewer checks the source, corrects or explains, and reruns the review.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Sponsor tools have jobs in the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Verified 24 October 2026 with synthetic grant records; film the same path for submission.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64792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64792"/>
            <a:ext cx="73152" cy="416052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1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Zetaris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Fifteen live requests read five registered tables: 4 timesheets, 1 receipt, 8 activities, and 4 rows from each draft.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The `OVERALLOCATED_SOURCE` finding retained the timesheet table's source key and snapshot hash.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764792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764792"/>
            <a:ext cx="73152" cy="416052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93391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Meterless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33472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The same Lens run wrote a finding ID to the local World Model reference runtime. After app restart, five findings persisted and a fresh Meterless audit returned 39 events.</a:t>
            </a: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</a:p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Film the restart and human correction on the same review.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931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22331"/>
                </a:solidFill>
                <a:latin typeface="Aptos"/>
              </a:defRPr>
            </a:pPr>
            <a:r>
              <a:t>Give the reviewer a chance to fix the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596B72"/>
                </a:solidFill>
                <a:latin typeface="Aptos"/>
              </a:defRPr>
            </a:pPr>
            <a:r>
              <a:t>Built for a focused review of two grants and one reporting period.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0972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96B72"/>
                </a:solidFill>
                <a:latin typeface="Aptos"/>
              </a:defRPr>
            </a:pPr>
            <a:r>
              <a:t>Lens   /   Open Agent Hackathon 2026   /   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28800"/>
            <a:ext cx="5340096" cy="3547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" y="1828800"/>
            <a:ext cx="73152" cy="3547872"/>
          </a:xfrm>
          <a:prstGeom prst="rect">
            <a:avLst/>
          </a:prstGeom>
          <a:solidFill>
            <a:srgbClr val="0077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057400"/>
            <a:ext cx="48371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Current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97480"/>
            <a:ext cx="4837176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CSV inputs; cross-grant staff time and receipt allocations; activity-record gaps; human correction or explanation; saved local review; JSON export.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828800"/>
            <a:ext cx="5340096" cy="3547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828800"/>
            <a:ext cx="73152" cy="3547872"/>
          </a:xfrm>
          <a:prstGeom prst="rect">
            <a:avLst/>
          </a:prstGeom>
          <a:solidFill>
            <a:srgbClr val="B4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483717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2331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97480"/>
            <a:ext cx="4837176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1F343F"/>
                </a:solidFill>
                <a:latin typeface="Aptos"/>
              </a:defRPr>
            </a:pPr>
            <a:r>
              <a:t>Funder templates and document imports; accounting connectors; access control for real records; grant-specific reporting rules; collaboration.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641848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122331"/>
                </a:solidFill>
                <a:latin typeface="Aptos"/>
              </a:defRPr>
            </a:pPr>
            <a:r>
              <a:t>Before a report goes out, see which claims the records support and which need attention.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